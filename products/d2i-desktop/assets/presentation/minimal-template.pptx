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2i.title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Reference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